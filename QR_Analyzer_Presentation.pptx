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5120640" cy="5120640"/>
          </a:xfrm>
          <a:prstGeom prst="ellipse">
            <a:avLst/>
          </a:prstGeom>
          <a:solidFill>
            <a:srgbClr val="1D2130"/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4480560"/>
            <a:ext cx="4663440" cy="4663440"/>
          </a:xfrm>
          <a:prstGeom prst="ellipse">
            <a:avLst/>
          </a:prstGeom>
          <a:solidFill>
            <a:srgbClr val="1D213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F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D'ÉTUDES — CYBERSÉCURITÉ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E8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de QR Codes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E8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malveillants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d'image, détection d'altération physique et intégration de l'API VirusTotal v3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074920"/>
            <a:ext cx="2926080" cy="0"/>
          </a:xfrm>
          <a:prstGeom prst="line">
            <a:avLst/>
          </a:prstGeom>
          <a:noFill/>
          <a:ln w="12700">
            <a:solidFill>
              <a:srgbClr val="3439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257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Python — OpenCV · Pyzbar · CustomTkinter · ReportLab · VirusTotal API v3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Security Analyzer — Détection de QR Codes malveillants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Qishing : une menace émergente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Qishing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(QR-phishing) exploite la confiance naturelle des utilisateurs envers les QR Codes pour rediriger vers des sites malveillants — un vecteur d'attaque en forte croissance, difficile à filtrer par les outils anti-phishing classiques (pas d'e-mail, pas de lien texte à analyser).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072384"/>
            <a:ext cx="109728" cy="109728"/>
          </a:xfrm>
          <a:prstGeom prst="ellipse">
            <a:avLst/>
          </a:prstGeom>
          <a:solidFill>
            <a:srgbClr val="F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94436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filtres anti-phishing classiques n'inspectent pas le contenu visuel d'un QR 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694176"/>
            <a:ext cx="109728" cy="109728"/>
          </a:xfrm>
          <a:prstGeom prst="ellipse">
            <a:avLst/>
          </a:prstGeom>
          <a:solidFill>
            <a:srgbClr val="F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5661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attaque physique (autocollant sur un vrai QR Code) est invisible à l'œil nu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109728" cy="109728"/>
          </a:xfrm>
          <a:prstGeom prst="ellipse">
            <a:avLst/>
          </a:prstGeom>
          <a:solidFill>
            <a:srgbClr val="FF444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8795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URL raccourcies ou encodées cachent la destination réelle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86600" y="1417320"/>
            <a:ext cx="4526280" cy="1325880"/>
          </a:xfrm>
          <a:prstGeom prst="rect">
            <a:avLst/>
          </a:prstGeom>
          <a:solidFill>
            <a:srgbClr val="14161F"/>
          </a:solidFill>
          <a:ln/>
        </p:spPr>
      </p:sp>
      <p:sp>
        <p:nvSpPr>
          <p:cNvPr id="11" name="Text 9"/>
          <p:cNvSpPr/>
          <p:nvPr/>
        </p:nvSpPr>
        <p:spPr>
          <a:xfrm>
            <a:off x="7269480" y="15087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9235440" y="161848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vecteurs d'attaque couverts
</a:t>
            </a:r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 + physique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86600" y="3017520"/>
            <a:ext cx="4526280" cy="1325880"/>
          </a:xfrm>
          <a:prstGeom prst="rect">
            <a:avLst/>
          </a:prstGeom>
          <a:solidFill>
            <a:srgbClr val="14161F"/>
          </a:solidFill>
          <a:ln/>
        </p:spPr>
      </p:sp>
      <p:sp>
        <p:nvSpPr>
          <p:cNvPr id="14" name="Text 12"/>
          <p:cNvSpPr/>
          <p:nvPr/>
        </p:nvSpPr>
        <p:spPr>
          <a:xfrm>
            <a:off x="7269480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235440" y="321868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de vérification
</a:t>
            </a:r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toute lecture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86600" y="4617720"/>
            <a:ext cx="4526280" cy="1325880"/>
          </a:xfrm>
          <a:prstGeom prst="rect">
            <a:avLst/>
          </a:prstGeom>
          <a:solidFill>
            <a:srgbClr val="14161F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4709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235440" y="481888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moteurs antivirus
</a:t>
            </a:r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consultés via VirusTotal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Security Analyzer — Détection de QR Codes malveillants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4161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011680"/>
            <a:ext cx="960120" cy="960120"/>
          </a:xfrm>
          <a:prstGeom prst="ellipse">
            <a:avLst/>
          </a:prstGeom>
          <a:solidFill>
            <a:srgbClr val="F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57400" y="19202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l'altération physique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57400" y="24231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un autocollant ou une falsification du QR Code AVANT toute lecture de son contenu.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94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4161F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2011680"/>
            <a:ext cx="960120" cy="960120"/>
          </a:xfrm>
          <a:prstGeom prst="ellipse">
            <a:avLst/>
          </a:prstGeom>
          <a:solidFill>
            <a:srgbClr val="3E8ED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0116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0" y="19202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Extraire et normaliser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0" y="24231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Décoder le contenu et en extraire URLs, IPs et domaines de façon structurée.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394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4161F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206240"/>
            <a:ext cx="960120" cy="960120"/>
          </a:xfrm>
          <a:prstGeom prst="ellipse">
            <a:avLst/>
          </a:prstGeom>
          <a:solidFill>
            <a:srgbClr val="FF880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057400" y="4114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la réputation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57400" y="46177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Croiser une analyse heuristique locale avec la réputation VirusTotal (70+ moteurs).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3794760"/>
            <a:ext cx="5394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4161F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4206240"/>
            <a:ext cx="960120" cy="960120"/>
          </a:xfrm>
          <a:prstGeom prst="ellipse">
            <a:avLst/>
          </a:prstGeom>
          <a:solidFill>
            <a:srgbClr val="00CC44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2062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772400" y="4114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Restituer un verdict actionnable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0" y="46177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risque 0-100, recommandations concrètes, rapport PDF exportable.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en 3 étapes strictes : Analyse visuelle → Blocage conditionnel → Lecture sécurisée.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Security Analyzer — Détection de QR Codes malveillants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: la méthode stricte en 3 étapes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contenu n'est JAMAIS lu tant que l'intégrité physique du QR Code n'est pas validée.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566160"/>
          </a:xfrm>
          <a:prstGeom prst="rect">
            <a:avLst/>
          </a:prstGeom>
          <a:solidFill>
            <a:srgbClr val="1D2130"/>
          </a:solidFill>
          <a:ln w="19050">
            <a:solidFill>
              <a:srgbClr val="3E8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40280"/>
            <a:ext cx="685800" cy="685800"/>
          </a:xfrm>
          <a:prstGeom prst="ellipse">
            <a:avLst/>
          </a:prstGeom>
          <a:solidFill>
            <a:srgbClr val="3E8ED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E8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visuelle experte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 silence, netteté centre/périphérie, structure interne (OpenCV)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60520" y="34290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E8E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80560" y="1920240"/>
            <a:ext cx="3520440" cy="3566160"/>
          </a:xfrm>
          <a:prstGeom prst="rect">
            <a:avLst/>
          </a:prstGeom>
          <a:solidFill>
            <a:srgbClr val="1D2130"/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2240280"/>
            <a:ext cx="685800" cy="685800"/>
          </a:xfrm>
          <a:prstGeom prst="ellipse">
            <a:avLst/>
          </a:prstGeom>
          <a:solidFill>
            <a:srgbClr val="F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54880" y="31089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E8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Décision de blocage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754880" y="38862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anomalie → lecture bloquée, verdict BLOCKED immédiat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1000" y="34290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321040" y="1920240"/>
            <a:ext cx="3520440" cy="3566160"/>
          </a:xfrm>
          <a:prstGeom prst="rect">
            <a:avLst/>
          </a:prstGeom>
          <a:solidFill>
            <a:srgbClr val="1D2130"/>
          </a:solidFill>
          <a:ln w="19050">
            <a:solidFill>
              <a:srgbClr val="00CC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2240280"/>
            <a:ext cx="685800" cy="685800"/>
          </a:xfrm>
          <a:prstGeom prst="ellipse">
            <a:avLst/>
          </a:prstGeom>
          <a:solidFill>
            <a:srgbClr val="00CC44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595360" y="31089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E8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sécurisée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595360" y="38862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Pyzbar + extraction d'entités + DNS + VirusTotal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solidFill>
            <a:srgbClr val="0F1119"/>
          </a:solidFill>
          <a:ln w="9525">
            <a:solidFill>
              <a:srgbClr val="3E8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760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URL peut être « propre » numériquement mais servir un QR Code physiquement trafiqué : l'analyse visuelle intervient donc en amont, pas en complément.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Security Analyzer — Détection de QR Codes malveillants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Étape 1 — Analyse visuelle experte (OpenCV)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contrôles indépendants, exécutés AVANT toute tentative de décodage 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9728" cy="1234440"/>
          </a:xfrm>
          <a:prstGeom prst="rect">
            <a:avLst/>
          </a:prstGeom>
          <a:solidFill>
            <a:srgbClr val="3E8ED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 silence (quiet zone)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Dilatation du contour détecté (+15 px) puis mesure de l'intensité moyenne de l'anneau périphérique. Une zone non blanche (&lt; 200/255) trahit un débordement ou une superposition.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09728" cy="1234440"/>
          </a:xfrm>
          <a:prstGeom prst="rect">
            <a:avLst/>
          </a:prstGeom>
          <a:solidFill>
            <a:srgbClr val="FF88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632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Uniformité de netteté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du Laplacien comparée entre le centre et la périphérie du code. Un ratio de netteté &lt; 0,6 révèle une rupture de texture — signature typique d'un autocollant sur une surface différente.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109728" cy="123444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4805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interne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8920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l'écart-type des niveaux de gris et comptage des motifs carrés internes (&lt; 15 carrés détectés = structure suspecte).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715000"/>
            <a:ext cx="11064240" cy="685800"/>
          </a:xfrm>
          <a:prstGeom prst="rect">
            <a:avLst/>
          </a:prstGeom>
          <a:solidFill>
            <a:srgbClr val="14161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7150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l'un des trois contrôles échoue → verdict BLOCKED, lecture Pyzbar jamais exécutée.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Security Analyzer — Détection de QR Codes malveillants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Étape 2 — Blocage préventif : cas d'altération physique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PDF réel généré par l'application (ReportGenerator.generate_pdf), scénario : autocollant détecté</a:t>
            </a:r>
            <a:endParaRPr lang="en-US" sz="1250" dirty="0"/>
          </a:p>
        </p:txBody>
      </p:sp>
      <p:pic>
        <p:nvPicPr>
          <p:cNvPr id="4" name="Image 0" descr="imgs/report_block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5074920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72200" y="1600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révèle ce scénario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172200" y="2157984"/>
            <a:ext cx="109728" cy="109728"/>
          </a:xfrm>
          <a:prstGeom prst="ellipse">
            <a:avLst/>
          </a:prstGeom>
          <a:solidFill>
            <a:srgbClr val="FF4444"/>
          </a:solidFill>
          <a:ln/>
        </p:spPr>
      </p:sp>
      <p:sp>
        <p:nvSpPr>
          <p:cNvPr id="7" name="Text 4"/>
          <p:cNvSpPr/>
          <p:nvPr/>
        </p:nvSpPr>
        <p:spPr>
          <a:xfrm>
            <a:off x="6446520" y="20299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de netteté mesuré : 0,42 (seuil de blocage : &lt; 0,6)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2779776"/>
            <a:ext cx="109728" cy="109728"/>
          </a:xfrm>
          <a:prstGeom prst="ellipse">
            <a:avLst/>
          </a:prstGeom>
          <a:solidFill>
            <a:srgbClr val="FF4444"/>
          </a:solidFill>
          <a:ln/>
        </p:spPr>
      </p:sp>
      <p:sp>
        <p:nvSpPr>
          <p:cNvPr id="9" name="Text 6"/>
          <p:cNvSpPr/>
          <p:nvPr/>
        </p:nvSpPr>
        <p:spPr>
          <a:xfrm>
            <a:off x="6446520" y="26517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BLOCKED renvoyé avant toute exécution de Pyzbar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3401568"/>
            <a:ext cx="109728" cy="109728"/>
          </a:xfrm>
          <a:prstGeom prst="ellipse">
            <a:avLst/>
          </a:prstGeom>
          <a:solidFill>
            <a:srgbClr val="F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327355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risque forcé à 100/100 — aucune ambiguïté possible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4023360"/>
            <a:ext cx="109728" cy="109728"/>
          </a:xfrm>
          <a:prstGeom prst="ellipse">
            <a:avLst/>
          </a:prstGeom>
          <a:solidFill>
            <a:srgbClr val="F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389534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contenu du QR Code n'est JAMAIS révélé à l'utilisateur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72200" y="4645152"/>
            <a:ext cx="109728" cy="109728"/>
          </a:xfrm>
          <a:prstGeom prst="ellipse">
            <a:avLst/>
          </a:prstGeom>
          <a:solidFill>
            <a:srgbClr val="FF4444"/>
          </a:solidFill>
          <a:ln/>
        </p:spPr>
      </p:sp>
      <p:sp>
        <p:nvSpPr>
          <p:cNvPr id="15" name="Text 12"/>
          <p:cNvSpPr/>
          <p:nvPr/>
        </p:nvSpPr>
        <p:spPr>
          <a:xfrm>
            <a:off x="6446520" y="45171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: signaler à la sécurité physique du site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72200" y="5349240"/>
            <a:ext cx="5394960" cy="822960"/>
          </a:xfrm>
          <a:prstGeom prst="rect">
            <a:avLst/>
          </a:prstGeom>
          <a:solidFill>
            <a:srgbClr val="14161F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0" y="5422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bloquer avant de lire ?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400800" y="5669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Décoder puis analyser l'URL exposerait déjà l'utilisateur au risque que l'on cherche à prévenir.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Security Analyzer — Détection de QR Codes malveillants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Étape 3 — Lecture sécurisée &amp; extraction d'entités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l'intégrité physique validée, Pyzbar décode le contenu, puis trois familles d'entités sont extraites par expressions régulières 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3E8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03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http(s):// complet, dédupliqué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965960"/>
            <a:ext cx="352044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8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03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Adresses IP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7720" y="2514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validées (0-255 par octet)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0" y="1965960"/>
            <a:ext cx="352044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CC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103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58200" y="2514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Extraits des URLs + motif générique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DNS complémentaire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domaine extrait est résolu via socket.getaddrinfo() pour obtenir ses adresses IP réelles, enrichissant la liste d'IPs avant l'interrogation VirusTotal — utile lorsque le domaine seul ne suffit pas à révéler l'infrastructure d'hébergement.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1064240" cy="1234440"/>
          </a:xfrm>
          <a:prstGeom prst="rect">
            <a:avLst/>
          </a:prstGeom>
          <a:solidFill>
            <a:srgbClr val="14161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 l'analyste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577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URLs, IPs et domaines sont «défanguési» (hxxp://, [.]) avant tout affichage ou export — impossible de cliquer accidentellement sur un lien malveillant depuis l'interface ou le rapport PDF.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Security Analyzer — Détection de QR Codes malveillants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 de scoring de risque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facteurs heuristiques indépendants, plafonnés à 100 points cumulés (RiskScorer.analyze)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3017520"/>
        </p:xfrm>
        <a:graphic>
          <a:graphicData uri="http://schemas.openxmlformats.org/drawingml/2006/table">
            <a:tbl>
              <a:tblPr/>
              <a:tblGrid>
                <a:gridCol w="3017520"/>
                <a:gridCol w="1554480"/>
                <a:gridCol w="6492240"/>
              </a:tblGrid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 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déclenchante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Absence de HTTPS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Connexion non chiffrée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brute dans l'URL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 remplacé par une adresse 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raccourcie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connu (bit.ly, tinyurl, t.co...)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Mots-clés suspects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pts/mot-clé, 20 mots-clés surveillés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Longueur excessive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200 caractères (5 pts si &gt; 100)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Réputation VirusTotal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pts par moteur signalant « malicious 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92040"/>
            <a:ext cx="2139696" cy="1005840"/>
          </a:xfrm>
          <a:prstGeom prst="rect">
            <a:avLst/>
          </a:prstGeom>
          <a:solidFill>
            <a:srgbClr val="00CC4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495604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530352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0" y="4892040"/>
            <a:ext cx="2139696" cy="1005840"/>
          </a:xfrm>
          <a:prstGeom prst="rect">
            <a:avLst/>
          </a:prstGeom>
          <a:solidFill>
            <a:srgbClr val="88CC00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0" y="495604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743200" y="530352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10-29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37760" y="4892040"/>
            <a:ext cx="2139696" cy="1005840"/>
          </a:xfrm>
          <a:prstGeom prst="rect">
            <a:avLst/>
          </a:prstGeom>
          <a:solidFill>
            <a:srgbClr val="FFAA00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495604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37760" y="530352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30-49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132320" y="4892040"/>
            <a:ext cx="2139696" cy="1005840"/>
          </a:xfrm>
          <a:prstGeom prst="rect">
            <a:avLst/>
          </a:prstGeom>
          <a:solidFill>
            <a:srgbClr val="FF8800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0" y="495604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132320" y="530352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50-69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326880" y="4892040"/>
            <a:ext cx="2139696" cy="100584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8" name="Text 15"/>
          <p:cNvSpPr/>
          <p:nvPr/>
        </p:nvSpPr>
        <p:spPr>
          <a:xfrm>
            <a:off x="9326880" y="495604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326880" y="530352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70-100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Security Analyzer — Détection de QR Codes malveillants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Intégration de l'API VirusTotal v3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endpoints interrogés séquentiellement pour chaque analyse, avec une pause d'1 seconde entre appels (quota public)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1920240"/>
          </a:xfrm>
          <a:prstGeom prst="rect">
            <a:avLst/>
          </a:prstGeom>
          <a:solidFill>
            <a:srgbClr val="1D2130"/>
          </a:solidFill>
          <a:ln w="15875">
            <a:solidFill>
              <a:srgbClr val="3E8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031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8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/urls/{url_id}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encodée en base64 URL-safe sans padding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1920240"/>
            <a:ext cx="3611880" cy="1920240"/>
          </a:xfrm>
          <a:prstGeom prst="rect">
            <a:avLst/>
          </a:prstGeom>
          <a:solidFill>
            <a:srgbClr val="1D2130"/>
          </a:solidFill>
          <a:ln w="15875">
            <a:solidFill>
              <a:srgbClr val="FF8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1031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/ip_addresses/{ip}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26974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Réputation de chaque IP extraite ou résolue par DNS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321040" y="1920240"/>
            <a:ext cx="3611880" cy="1920240"/>
          </a:xfrm>
          <a:prstGeom prst="rect">
            <a:avLst/>
          </a:prstGeom>
          <a:solidFill>
            <a:srgbClr val="1D2130"/>
          </a:solidFill>
          <a:ln w="15875">
            <a:solidFill>
              <a:srgbClr val="00CC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1031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/domains/{domain}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49640" y="26974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Réputation de chaque nom de domaine détecté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robuste des réponses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00CC4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de last_analysis_stats (malicious / suspicious)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276088"/>
            <a:ext cx="457200" cy="457200"/>
          </a:xfrm>
          <a:prstGeom prst="ellipse">
            <a:avLst/>
          </a:prstGeom>
          <a:solidFill>
            <a:srgbClr val="FFAA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53218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 inconnue de VirusTotal → NOT_FOUND_IN_VT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843016"/>
            <a:ext cx="457200" cy="457200"/>
          </a:xfrm>
          <a:prstGeom prst="ellipse">
            <a:avLst/>
          </a:prstGeom>
          <a:solidFill>
            <a:srgbClr val="F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843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588873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dépassé → RATE_LIMIT_EXCEEDED, pas de crash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Security Analyzer — Détection de QR Codes malveillants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de cas : URL de phishing détectée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PDF réel généré par l'application pour un QR Code visuellement sain mais numériquement malveillant</a:t>
            </a:r>
            <a:endParaRPr lang="en-US" sz="1250" dirty="0"/>
          </a:p>
        </p:txBody>
      </p:sp>
      <p:pic>
        <p:nvPicPr>
          <p:cNvPr id="4" name="Image 0" descr="imgs/report_phish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5074920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72200" y="1600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Décomposition du score : 55/100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17220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absent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19556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 pts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172200" y="2651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mots-clés suspects (login, verify, secure...)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19556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pts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172200" y="3200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: 9 moteurs « malicious »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19556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pts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3977640"/>
            <a:ext cx="5394960" cy="502920"/>
          </a:xfrm>
          <a:prstGeom prst="rect">
            <a:avLst/>
          </a:prstGeom>
          <a:solidFill>
            <a:srgbClr val="FF8800"/>
          </a:solidFill>
          <a:ln/>
        </p:spPr>
      </p:sp>
      <p:sp>
        <p:nvSpPr>
          <p:cNvPr id="13" name="Text 10"/>
          <p:cNvSpPr/>
          <p:nvPr/>
        </p:nvSpPr>
        <p:spPr>
          <a:xfrm>
            <a:off x="6172200" y="39776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final : HIGH RISK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72200" y="4709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décodée (défanguée pour ce rapport) :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172200" y="50292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hxxp://secure-paypa1-verify-account[.]tk/login/confirm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Security Analyzer — Détection de QR Codes malveillants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graphique (CustomTkinter)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377440" cy="4754880"/>
          </a:xfrm>
          <a:prstGeom prst="rect">
            <a:avLst/>
          </a:prstGeom>
          <a:solidFill>
            <a:srgbClr val="1D2130"/>
          </a:solidFill>
          <a:ln w="12700">
            <a:solidFill>
              <a:srgbClr val="3439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QR Analyzer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3E8ED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Analyze Image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3E8ED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Use Webcam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3E8ED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74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View History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3E8ED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160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Clear Results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371600"/>
            <a:ext cx="8366760" cy="4754880"/>
          </a:xfrm>
          <a:prstGeom prst="rect">
            <a:avLst/>
          </a:prstGeom>
          <a:solidFill>
            <a:srgbClr val="1D2130"/>
          </a:solidFill>
          <a:ln w="12700">
            <a:solidFill>
              <a:srgbClr val="3439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600200"/>
            <a:ext cx="2103120" cy="1737360"/>
          </a:xfrm>
          <a:prstGeom prst="rect">
            <a:avLst/>
          </a:prstGeom>
          <a:solidFill>
            <a:srgbClr val="0F1119"/>
          </a:solidFill>
          <a:ln w="9525">
            <a:solidFill>
              <a:srgbClr val="3439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webcam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15000" y="1600200"/>
            <a:ext cx="5623560" cy="1737360"/>
          </a:xfrm>
          <a:prstGeom prst="rect">
            <a:avLst/>
          </a:prstGeom>
          <a:solidFill>
            <a:srgbClr val="0F1119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7830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RISK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9436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55/100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283464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F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Generate PDF Report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29000" y="3566160"/>
            <a:ext cx="1828800" cy="365760"/>
          </a:xfrm>
          <a:prstGeom prst="rect">
            <a:avLst/>
          </a:prstGeom>
          <a:solidFill>
            <a:srgbClr val="0F1119"/>
          </a:solidFill>
          <a:ln w="6350">
            <a:solidFill>
              <a:srgbClr val="3439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Logs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03520" y="3566160"/>
            <a:ext cx="1828800" cy="365760"/>
          </a:xfrm>
          <a:prstGeom prst="rect">
            <a:avLst/>
          </a:prstGeom>
          <a:solidFill>
            <a:srgbClr val="3E8EDE"/>
          </a:solidFill>
          <a:ln w="6350">
            <a:solidFill>
              <a:srgbClr val="3439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78040" y="3566160"/>
            <a:ext cx="1828800" cy="365760"/>
          </a:xfrm>
          <a:prstGeom prst="rect">
            <a:avLst/>
          </a:prstGeom>
          <a:solidFill>
            <a:srgbClr val="0F1119"/>
          </a:solidFill>
          <a:ln w="6350">
            <a:solidFill>
              <a:srgbClr val="3439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Data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29000" y="3931920"/>
            <a:ext cx="7909560" cy="2011680"/>
          </a:xfrm>
          <a:prstGeom prst="rect">
            <a:avLst/>
          </a:prstGeom>
          <a:solidFill>
            <a:srgbClr val="0F1119"/>
          </a:solidFill>
          <a:ln w="6350">
            <a:solidFill>
              <a:srgbClr val="3439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402336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7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7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Risk: 15 points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7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Reason: URL does not use HTTPS...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7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7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Risk: 20 points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7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Reason: Suspicious keywords found...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d'interface reconstitué à partir du code (gui setup_ui) — pas une capture d'écran réelle.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Security Analyzer — Détection de QR Codes malveillants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PDF, historique &amp; traçabilité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91440" cy="1051560"/>
          </a:xfrm>
          <a:prstGeom prst="rect">
            <a:avLst/>
          </a:prstGeom>
          <a:solidFill>
            <a:srgbClr val="3E8ED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PDF (ReportLab)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Verdict, score, tableau des facteurs de risque, entités défanguées, recommandations contextuelles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91440" cy="1051560"/>
          </a:xfrm>
          <a:prstGeom prst="rect">
            <a:avLst/>
          </a:prstGeom>
          <a:solidFill>
            <a:srgbClr val="FF88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97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JSON local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analyse est journalisée (history.json) et consultable depuis l'interface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91440" cy="1051560"/>
          </a:xfrm>
          <a:prstGeom prst="rect">
            <a:avLst/>
          </a:prstGeom>
          <a:solidFill>
            <a:srgbClr val="00CC4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977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contextuelles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get_recommendations() adapte le conseil de sécurité à chaque facteur déclenché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440680"/>
            <a:ext cx="11064240" cy="960120"/>
          </a:xfrm>
          <a:prstGeom prst="rect">
            <a:avLst/>
          </a:prstGeom>
          <a:solidFill>
            <a:srgbClr val="14161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5321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Limite technique observée pendant les tests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émojis Unicode (🚨, ⚠️) utilisés dans les recommandations ne s'affichent pas nativement dans ReportLab (police Helvetica) — remplacés par un caractère de substitution dans le PDF. Correction simple : utiliser une police intégrant les emoji ou les remplacer par du texte simple.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Security Analyzer — Détection de QR Codes malveillants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D21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perspectives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1371600"/>
          </a:xfrm>
          <a:prstGeom prst="rect">
            <a:avLst/>
          </a:prstGeom>
          <a:solidFill>
            <a:srgbClr val="1D213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couches de défense indépendantes 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visuelle, heuristique, réputation externe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d'amélioration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575304"/>
            <a:ext cx="91440" cy="91440"/>
          </a:xfrm>
          <a:prstGeom prst="ellipse">
            <a:avLst/>
          </a:prstGeom>
          <a:solidFill>
            <a:srgbClr val="00CC4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472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Entraîner un classifieur supervisé sur des exemples réels d'autocollants (au-delà des seuils fixes)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197096"/>
            <a:ext cx="91440" cy="91440"/>
          </a:xfrm>
          <a:prstGeom prst="ellipse">
            <a:avLst/>
          </a:prstGeom>
          <a:solidFill>
            <a:srgbClr val="00CC4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69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Étendre la liste de mots-clés suspects par apprentissage plutôt que liste statique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818888"/>
            <a:ext cx="91440" cy="91440"/>
          </a:xfrm>
          <a:prstGeom prst="ellipse">
            <a:avLst/>
          </a:prstGeom>
          <a:solidFill>
            <a:srgbClr val="00CC4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6908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file d'attente asynchrone pour respecter le quota VirusTotal à grande échelle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91440" cy="91440"/>
          </a:xfrm>
          <a:prstGeom prst="ellipse">
            <a:avLst/>
          </a:prstGeom>
          <a:solidFill>
            <a:srgbClr val="00CC4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31266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un tableau de bord web de l'historique (au lieu du JSON local)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5486400" cy="4572000"/>
          </a:xfrm>
          <a:prstGeom prst="rect">
            <a:avLst/>
          </a:prstGeom>
          <a:solidFill>
            <a:srgbClr val="0F111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 projet démontre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0574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 sécurité d'un QR Code ne se limite pas à son contenu numérique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0" y="271576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 traitement d'image classique (OpenCV) reste pertinent face à des menaces modernes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0" y="337413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Combiner heuristiques locales et renseignement externe (VirusTotal) réduit les angles morts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0" y="403250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 verdict de sécurité doit être actionnable, pas seulement informatif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5074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0" y="5577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bienvenues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Security Analyzer — Détection de QR Codes malveillants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2026-07-19T07:27:26Z</dcterms:created>
  <dcterms:modified xsi:type="dcterms:W3CDTF">2026-07-19T07:27:26Z</dcterms:modified>
</cp:coreProperties>
</file>